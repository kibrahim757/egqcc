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047" cy="865571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8706776"/>
            <a:ext cx="17475200" cy="970280"/>
            <a:chOff x="0" y="8706776"/>
            <a:chExt cx="17475200" cy="970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706776"/>
              <a:ext cx="17475047" cy="9702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17648" y="8715643"/>
              <a:ext cx="1401445" cy="575310"/>
            </a:xfrm>
            <a:custGeom>
              <a:avLst/>
              <a:gdLst/>
              <a:ahLst/>
              <a:cxnLst/>
              <a:rect l="l" t="t" r="r" b="b"/>
              <a:pathLst>
                <a:path w="1401445" h="575309">
                  <a:moveTo>
                    <a:pt x="1401061" y="574738"/>
                  </a:moveTo>
                  <a:lnTo>
                    <a:pt x="0" y="574738"/>
                  </a:lnTo>
                  <a:lnTo>
                    <a:pt x="0" y="0"/>
                  </a:lnTo>
                  <a:lnTo>
                    <a:pt x="1401061" y="0"/>
                  </a:lnTo>
                  <a:lnTo>
                    <a:pt x="1401061" y="574738"/>
                  </a:lnTo>
                  <a:close/>
                </a:path>
              </a:pathLst>
            </a:custGeom>
            <a:solidFill>
              <a:srgbClr val="0828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2014954" y="8715643"/>
              <a:ext cx="64135" cy="575310"/>
            </a:xfrm>
            <a:custGeom>
              <a:avLst/>
              <a:gdLst/>
              <a:ahLst/>
              <a:cxnLst/>
              <a:rect l="l" t="t" r="r" b="b"/>
              <a:pathLst>
                <a:path w="64134" h="575309">
                  <a:moveTo>
                    <a:pt x="63684" y="574738"/>
                  </a:moveTo>
                  <a:lnTo>
                    <a:pt x="0" y="574738"/>
                  </a:lnTo>
                  <a:lnTo>
                    <a:pt x="0" y="0"/>
                  </a:lnTo>
                  <a:lnTo>
                    <a:pt x="63684" y="0"/>
                  </a:lnTo>
                  <a:lnTo>
                    <a:pt x="63684" y="574738"/>
                  </a:lnTo>
                  <a:close/>
                </a:path>
              </a:pathLst>
            </a:custGeom>
            <a:solidFill>
              <a:srgbClr val="163F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404948" y="8719608"/>
            <a:ext cx="1438910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300" spc="-10" dirty="0">
                <a:solidFill>
                  <a:srgbClr val="F6F9F9"/>
                </a:solidFill>
                <a:latin typeface="Arial" panose="020B0604020202020204"/>
                <a:cs typeface="Arial" panose="020B0604020202020204"/>
              </a:rPr>
              <a:t>Current</a:t>
            </a:r>
            <a:endParaRPr sz="3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1953" y="8715643"/>
            <a:ext cx="2292985" cy="575310"/>
          </a:xfrm>
          <a:prstGeom prst="rect">
            <a:avLst/>
          </a:prstGeom>
          <a:solidFill>
            <a:srgbClr val="03111F"/>
          </a:solidFill>
        </p:spPr>
        <p:txBody>
          <a:bodyPr vert="horz" wrap="square" lIns="0" tIns="184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sz="3300" spc="-10" dirty="0">
                <a:solidFill>
                  <a:srgbClr val="F6F9F9"/>
                </a:solidFill>
                <a:latin typeface="Arial" panose="020B0604020202020204"/>
                <a:cs typeface="Arial" panose="020B0604020202020204"/>
              </a:rPr>
              <a:t>Throughput:</a:t>
            </a:r>
            <a:endParaRPr sz="3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31154" y="8719608"/>
            <a:ext cx="2819400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300" spc="90" dirty="0">
                <a:solidFill>
                  <a:srgbClr val="6EB1D8"/>
                </a:solidFill>
                <a:latin typeface="Arial" panose="020B0604020202020204"/>
                <a:cs typeface="Arial" panose="020B0604020202020204"/>
              </a:rPr>
              <a:t>425-</a:t>
            </a:r>
            <a:r>
              <a:rPr sz="3300" spc="105" dirty="0">
                <a:solidFill>
                  <a:srgbClr val="6EB1D8"/>
                </a:solidFill>
                <a:latin typeface="Arial" panose="020B0604020202020204"/>
                <a:cs typeface="Arial" panose="020B0604020202020204"/>
              </a:rPr>
              <a:t>850</a:t>
            </a:r>
            <a:r>
              <a:rPr sz="3300" spc="-110" dirty="0">
                <a:solidFill>
                  <a:srgbClr val="6EB1D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00" spc="70" dirty="0">
                <a:solidFill>
                  <a:srgbClr val="6EB1D8"/>
                </a:solidFill>
                <a:latin typeface="Arial" panose="020B0604020202020204"/>
                <a:cs typeface="Arial" panose="020B0604020202020204"/>
              </a:rPr>
              <a:t>kbps</a:t>
            </a:r>
            <a:r>
              <a:rPr sz="3300" spc="70" dirty="0">
                <a:solidFill>
                  <a:srgbClr val="F6F9F9"/>
                </a:solidFill>
                <a:latin typeface="Arial" panose="020B0604020202020204"/>
                <a:cs typeface="Arial" panose="020B0604020202020204"/>
              </a:rPr>
              <a:t>.</a:t>
            </a:r>
            <a:endParaRPr sz="33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Presentation</Application>
  <PresentationFormat>On-screen Show (4:3)</PresentationFormat>
  <Paragraphs>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Mohamed 7elmie</cp:lastModifiedBy>
  <cp:revision>1</cp:revision>
  <dcterms:created xsi:type="dcterms:W3CDTF">2026-01-27T02:13:35Z</dcterms:created>
  <dcterms:modified xsi:type="dcterms:W3CDTF">2026-01-27T02:13:36Z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7AB715069D884CACA896349A6838362C_12</vt:lpwstr>
  </property>
  <property fmtid="{D5CDD505-2E9C-101B-9397-08002B2CF9AE}" pid="3" name="KSOProductBuildVer">
    <vt:lpwstr>1033-12.2.0.23196</vt:lpwstr>
  </property>
</Properties>
</file>